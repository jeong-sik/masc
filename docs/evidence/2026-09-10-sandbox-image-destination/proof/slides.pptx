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기억과 창작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Keeper can create and inspect a presentation.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2026-09-09T21:15:30Z</dcterms:created>
  <dcterms:modified xsi:type="dcterms:W3CDTF">2026-09-09T21:15:30Z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