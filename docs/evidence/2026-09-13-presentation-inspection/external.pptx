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xample.invalid/reference" TargetMode="External"/><Relationship Id="external-image" Type="http://schemas.openxmlformats.org/officeDocument/2006/relationships/image" Target="https://example.invalid/image.png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First: leave a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Second: keep your choice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7432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Leave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Take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