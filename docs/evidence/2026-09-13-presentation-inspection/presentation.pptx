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xample.invalid/referenc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First: leave a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Second: keep your choice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7432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Leave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