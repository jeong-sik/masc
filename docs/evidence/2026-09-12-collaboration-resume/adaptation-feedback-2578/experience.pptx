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1"/>
  </p:sldMasterIdLst>
  <p:notesMasterIdLst>
    <p:notesMasterId id="2147483649" r:id="rId11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51435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notesMaster" Target="notesMasters/notesMaster1.xml"/><Relationship Id="rId12" Type="http://schemas.openxmlformats.org/officeDocument/2006/relationships/theme" Target="theme/theme1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 txBox="1"/>
          <p:nvPr/>
        </p:nvSpPr>
        <p:spPr>
          <a:xfrm>
            <a:off x="0" y="0"/>
            <a:ext cx="6858000" cy="51435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pPr algn="l"/>
            <a:r>
              <a:rPr lang="ko-KR" sz="1200" dirty="0">
                <a:solidFill>
                  <a:srgbClr val="3A3A3A"/>
                </a:solidFill>
                <a:latin typeface="NanumBarunGothic"/>
                <a:ea typeface="NanumBarunGothic"/>
              </a:rPr>
              <a:t>도입: 반갑게 맞이하고 허구 고지를 소리 내어 읽어 줍니다. 이야기 세 편에서 세 번 선택을 만납니다. 어떤 선택에도 정답은 없다는 것을 먼저 알립니다.</a:t>
            </a:r>
          </a:p>
        </p:txBody>
      </p:sp>
    </p:spTree>
  </p:cSld>
</p:notes>
</file>

<file path=ppt/notesSlides/notesSlide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 txBox="1"/>
          <p:nvPr/>
        </p:nvSpPr>
        <p:spPr>
          <a:xfrm>
            <a:off x="0" y="0"/>
            <a:ext cx="6858000" cy="51435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pPr algn="l"/>
            <a:r>
              <a:rPr lang="ko-KR" sz="1200" dirty="0">
                <a:solidFill>
                  <a:srgbClr val="3A3A3A"/>
                </a:solidFill>
                <a:latin typeface="NanumBarunGothic"/>
                <a:ea typeface="NanumBarunGothic"/>
              </a:rPr>
              <a:t>장면 1: 서연이가 할머니께 물어보고 심는 장면. 이름표 문구가 다음 이야기의 도윤이에게 영향을 준다는 점을 짚어 줍니다.</a:t>
            </a:r>
          </a:p>
        </p:txBody>
      </p:sp>
    </p:spTree>
  </p:cSld>
</p:notes>
</file>

<file path=ppt/notesSlides/notesSlide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 txBox="1"/>
          <p:nvPr/>
        </p:nvSpPr>
        <p:spPr>
          <a:xfrm>
            <a:off x="0" y="0"/>
            <a:ext cx="6858000" cy="51435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pPr algn="l"/>
            <a:r>
              <a:rPr lang="ko-KR" sz="1200" dirty="0">
                <a:solidFill>
                  <a:srgbClr val="3A3A3A"/>
                </a:solidFill>
                <a:latin typeface="NanumBarunGothic"/>
                <a:ea typeface="NanumBarunGothic"/>
              </a:rPr>
              <a:t>질문 1: 세 카드를 같은 크기로 나눠 주고 신호에 맞춰 동시에 뒤집게 합니다. 수를 세거나 줄을 세우지 않습니다. ‘아직 정하지 않기’도 똑같이 존중합니다.</a:t>
            </a:r>
          </a:p>
        </p:txBody>
      </p:sp>
    </p:spTree>
  </p:cSld>
</p:notes>
</file>

<file path=ppt/notesSlides/notesSlide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 txBox="1"/>
          <p:nvPr/>
        </p:nvSpPr>
        <p:spPr>
          <a:xfrm>
            <a:off x="0" y="0"/>
            <a:ext cx="6858000" cy="51435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pPr algn="l"/>
            <a:r>
              <a:rPr lang="ko-KR" sz="1200" dirty="0">
                <a:solidFill>
                  <a:srgbClr val="3A3A3A"/>
                </a:solidFill>
                <a:latin typeface="NanumBarunGothic"/>
                <a:ea typeface="NanumBarunGothic"/>
              </a:rPr>
              <a:t>장면 2+질문: 같은 날을 다르게 기억하는 두 사람. 도윤이가 먼저 제안했다는 점(1편 규칙의 영향)을 강조합니다. 카드는 슬라이드 3과 같은 방식입니다.</a:t>
            </a:r>
          </a:p>
        </p:txBody>
      </p:sp>
    </p:spTree>
  </p:cSld>
</p:notes>
</file>

<file path=ppt/notesSlides/notesSlide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 txBox="1"/>
          <p:nvPr/>
        </p:nvSpPr>
        <p:spPr>
          <a:xfrm>
            <a:off x="0" y="0"/>
            <a:ext cx="6858000" cy="51435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pPr algn="l"/>
            <a:r>
              <a:rPr lang="ko-KR" sz="1200" dirty="0">
                <a:solidFill>
                  <a:srgbClr val="3A3A3A"/>
                </a:solidFill>
                <a:latin typeface="NanumBarunGothic"/>
                <a:ea typeface="NanumBarunGothic"/>
              </a:rPr>
              <a:t>결과(선택 별자리): 두 이름표를 같은 크기로 나란히 보여 줍니다. 어느 쪽이 많았는지 말하지 않습니다.</a:t>
            </a:r>
          </a:p>
        </p:txBody>
      </p:sp>
    </p:spTree>
  </p:cSld>
</p:notes>
</file>

<file path=ppt/notesSlides/notesSlide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 txBox="1"/>
          <p:nvPr/>
        </p:nvSpPr>
        <p:spPr>
          <a:xfrm>
            <a:off x="0" y="0"/>
            <a:ext cx="6858000" cy="51435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pPr algn="l"/>
            <a:r>
              <a:rPr lang="ko-KR" sz="1200" dirty="0">
                <a:solidFill>
                  <a:srgbClr val="3A3A3A"/>
                </a:solidFill>
                <a:latin typeface="NanumBarunGothic"/>
                <a:ea typeface="NanumBarunGothic"/>
              </a:rPr>
              <a:t>장면 3+질문: 폐막의 세 선택. ‘심지 않기’(할머니의 선택)도 똑같이 하나의 선택임을 짚어 줍니다.</a:t>
            </a:r>
          </a:p>
        </p:txBody>
      </p:sp>
    </p:spTree>
  </p:cSld>
</p:notes>
</file>

<file path=ppt/notesSlides/notesSlide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 txBox="1"/>
          <p:nvPr/>
        </p:nvSpPr>
        <p:spPr>
          <a:xfrm>
            <a:off x="0" y="0"/>
            <a:ext cx="6858000" cy="51435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pPr algn="l"/>
            <a:r>
              <a:rPr lang="ko-KR" sz="1200" dirty="0">
                <a:solidFill>
                  <a:srgbClr val="3A3A3A"/>
                </a:solidFill>
                <a:latin typeface="NanumBarunGothic"/>
                <a:ea typeface="NanumBarunGothic"/>
              </a:rPr>
              <a:t>성찰: 방명록의 두 문장을 읽고, 열린 결말(봄 약속)이 그대로 남아 있음을 공유합니다. 참석자의 개인 기억을 묻지 않습니다.</a:t>
            </a:r>
          </a:p>
        </p:txBody>
      </p:sp>
    </p:spTree>
  </p:cSld>
</p:notes>
</file>

<file path=ppt/notesSlides/notesSlide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 txBox="1"/>
          <p:nvPr/>
        </p:nvSpPr>
        <p:spPr>
          <a:xfrm>
            <a:off x="0" y="0"/>
            <a:ext cx="6858000" cy="51435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pPr algn="l"/>
            <a:r>
              <a:rPr lang="ko-KR" sz="1200" dirty="0">
                <a:solidFill>
                  <a:srgbClr val="3A3A3A"/>
                </a:solidFill>
                <a:latin typeface="NanumBarunGothic"/>
                <a:ea typeface="NanumBarunGothic"/>
              </a:rPr>
              <a:t>종료: 마무리 인사와 함께 허구 고지를 다시 읽어 줍니다. 전시 관람으로 자연스럽게 이어갑니다.</a:t>
            </a:r>
          </a:p>
        </p:txBody>
      </p:sp>
    </p:spTree>
  </p:cSld>
</p:note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빈 레이아웃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itle"/>
          <p:cNvSpPr txBox="1"/>
          <p:nvPr/>
        </p:nvSpPr>
        <p:spPr>
          <a:xfrm>
            <a:off x="800000" y="1700000"/>
            <a:ext cx="10592000" cy="1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ko-KR" sz="5400" b="1" dirty="0">
                <a:solidFill>
                  <a:srgbClr val="2F5233"/>
                </a:solidFill>
                <a:latin typeface="NanumBarunGothic"/>
                <a:ea typeface="NanumBarunGothic"/>
              </a:rPr>
              <a:t>기억의 정원 이야기 시간</a:t>
            </a:r>
          </a:p>
        </p:txBody>
      </p:sp>
      <p:sp>
        <p:nvSpPr>
          <p:cNvPr id="3" name="sub"/>
          <p:cNvSpPr txBox="1"/>
          <p:nvPr/>
        </p:nvSpPr>
        <p:spPr>
          <a:xfrm>
            <a:off x="800000" y="3100000"/>
            <a:ext cx="10592000" cy="8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ko-KR" sz="2000" dirty="0">
                <a:solidFill>
                  <a:srgbClr val="3A3A3A"/>
                </a:solidFill>
                <a:latin typeface="NanumBarunGothic"/>
                <a:ea typeface="NanumBarunGothic"/>
              </a:rPr>
              <a:t>같은 것, 다른 기억 — 은빛정류장 전시실 (2026년 10월 17일)</a:t>
            </a:r>
          </a:p>
        </p:txBody>
      </p:sp>
      <p:sp>
        <p:nvSpPr>
          <p:cNvPr id="4" name="notice"/>
          <p:cNvSpPr txBox="1"/>
          <p:nvPr/>
        </p:nvSpPr>
        <p:spPr>
          <a:xfrm>
            <a:off x="800000" y="4300000"/>
            <a:ext cx="1059200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ko-KR" sz="1400" dirty="0">
                <a:solidFill>
                  <a:srgbClr val="3A3A3A"/>
                </a:solidFill>
                <a:latin typeface="NanumBarunGothic"/>
                <a:ea typeface="NanumBarunGothic"/>
              </a:rPr>
              <a:t>※ 본 프로그램은 허구로 구성된 전시 세계의 이야기입니다.</a:t>
            </a:r>
          </a:p>
        </p:txBody>
      </p:sp>
    </p:spTree>
  </p:cSld>
  <p:clrMapOvr>
    <a:overrideClrMapping bg1="lt1" tx1="dk1" bg2="lt2" tx2="dk2"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cene"/>
          <p:cNvSpPr txBox="1"/>
          <p:nvPr/>
        </p:nvSpPr>
        <p:spPr>
          <a:xfrm>
            <a:off x="700000" y="900000"/>
            <a:ext cx="10792000" cy="15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ko-KR" sz="2800" b="1" dirty="0">
                <a:solidFill>
                  <a:srgbClr val="2F5233"/>
                </a:solidFill>
                <a:latin typeface="NanumBarunGothic"/>
                <a:ea typeface="NanumBarunGothic"/>
              </a:rPr>
              <a:t>서연이는 종이바람개비를 내밀며 물었어요.</a:t>
            </a:r>
            <a:r>
              <a:rPr lang="ko-KR" sz="2800" b="1" dirty="0">
                <a:solidFill>
                  <a:srgbClr val="2F5233"/>
                </a:solidFill>
                <a:latin typeface="NanumBarunGothic"/>
                <a:ea typeface="NanumBarunGothic"/>
              </a:rPr>
              <a:t>“할머니, 이거 심어도 돼?”</a:t>
            </a:r>
          </a:p>
        </p:txBody>
      </p:sp>
      <p:sp>
        <p:nvSpPr>
          <p:cNvPr id="3" name="tag"/>
          <p:cNvSpPr txBox="1"/>
          <p:nvPr/>
        </p:nvSpPr>
        <p:spPr>
          <a:xfrm>
            <a:off x="1000000" y="2700000"/>
            <a:ext cx="10192000" cy="11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8FAE8B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ko-KR" sz="1800" b="1" dirty="0">
                <a:solidFill>
                  <a:srgbClr val="C9A227"/>
                </a:solidFill>
                <a:latin typeface="NanumBarunGothic"/>
                <a:ea typeface="NanumBarunGothic"/>
              </a:rPr>
              <a:t>이름표: “할머니와 접은 종이바람 — 함께 물어보고 심었습니다.”</a:t>
            </a:r>
          </a:p>
        </p:txBody>
      </p:sp>
      <p:sp>
        <p:nvSpPr>
          <p:cNvPr id="4" name="note"/>
          <p:cNvSpPr txBox="1"/>
          <p:nvPr/>
        </p:nvSpPr>
        <p:spPr>
          <a:xfrm>
            <a:off x="700000" y="4100000"/>
            <a:ext cx="10792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ko-KR" sz="1600" dirty="0">
                <a:solidFill>
                  <a:srgbClr val="3A3A3A"/>
                </a:solidFill>
                <a:latin typeface="NanumBarunGothic"/>
                <a:ea typeface="NanumBarunGothic"/>
              </a:rPr>
              <a:t>할머니는 자기 기억은 마음속에 그대로 두기로 했어요. 다른 선택도 괜찮아요.</a:t>
            </a:r>
          </a:p>
        </p:txBody>
      </p:sp>
    </p:spTree>
  </p:cSld>
  <p:clrMapOvr>
    <a:overrideClrMapping bg1="lt1" tx1="dk1" bg2="lt2" tx2="dk2"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q"/>
          <p:cNvSpPr txBox="1"/>
          <p:nvPr/>
        </p:nvSpPr>
        <p:spPr>
          <a:xfrm>
            <a:off x="700000" y="700000"/>
            <a:ext cx="1079200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ko-KR" sz="3600" b="1" dirty="0">
                <a:solidFill>
                  <a:srgbClr val="2F5233"/>
                </a:solidFill>
                <a:latin typeface="NanumBarunGothic"/>
                <a:ea typeface="NanumBarunGothic"/>
              </a:rPr>
              <a:t>서연이라면 어떻게 할까요?</a:t>
            </a:r>
            <a:r>
              <a:rPr lang="ko-KR" sz="1600" dirty="0">
                <a:solidFill>
                  <a:srgbClr val="3A3A3A"/>
                </a:solidFill>
                <a:latin typeface="NanumBarunGothic"/>
                <a:ea typeface="NanumBarunGothic"/>
              </a:rPr>
              <a:t>(정답은 없습니다)</a:t>
            </a:r>
          </a:p>
        </p:txBody>
      </p:sp>
      <p:sp>
        <p:nvSpPr>
          <p:cNvPr id="3" name="card3"/>
          <p:cNvSpPr txBox="1"/>
          <p:nvPr/>
        </p:nvSpPr>
        <p:spPr>
          <a:xfrm>
            <a:off x="700000" y="3900000"/>
            <a:ext cx="3400000" cy="21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8FAE8B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ko-KR" sz="3200" b="1" dirty="0">
                <a:solidFill>
                  <a:srgbClr val="2F5233"/>
                </a:solidFill>
                <a:latin typeface="NanumBarunGothic"/>
                <a:ea typeface="NanumBarunGothic"/>
              </a:rPr>
              <a:t>●</a:t>
            </a:r>
            <a:r>
              <a:rPr lang="ko-KR" sz="1800" dirty="0">
                <a:solidFill>
                  <a:srgbClr val="3A3A3A"/>
                </a:solidFill>
                <a:latin typeface="NanumBarunGothic"/>
                <a:ea typeface="NanumBarunGothic"/>
              </a:rPr>
              <a:t>물어보고 심기</a:t>
            </a:r>
          </a:p>
        </p:txBody>
      </p:sp>
      <p:sp>
        <p:nvSpPr>
          <p:cNvPr id="4" name="card4"/>
          <p:cNvSpPr txBox="1"/>
          <p:nvPr/>
        </p:nvSpPr>
        <p:spPr>
          <a:xfrm>
            <a:off x="4400000" y="3900000"/>
            <a:ext cx="3400000" cy="21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227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ko-KR" sz="3200" b="1" dirty="0">
                <a:solidFill>
                  <a:srgbClr val="2F5233"/>
                </a:solidFill>
                <a:latin typeface="NanumBarunGothic"/>
                <a:ea typeface="NanumBarunGothic"/>
              </a:rPr>
              <a:t>■</a:t>
            </a:r>
            <a:r>
              <a:rPr lang="ko-KR" sz="1800" dirty="0">
                <a:solidFill>
                  <a:srgbClr val="3A3A3A"/>
                </a:solidFill>
                <a:latin typeface="NanumBarunGothic"/>
                <a:ea typeface="NanumBarunGothic"/>
              </a:rPr>
              <a:t>가방에 넣기</a:t>
            </a:r>
          </a:p>
        </p:txBody>
      </p:sp>
      <p:sp>
        <p:nvSpPr>
          <p:cNvPr id="5" name="card5"/>
          <p:cNvSpPr txBox="1"/>
          <p:nvPr/>
        </p:nvSpPr>
        <p:spPr>
          <a:xfrm>
            <a:off x="8100000" y="3900000"/>
            <a:ext cx="3400000" cy="21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F5233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ko-KR" sz="3200" b="1" dirty="0">
                <a:solidFill>
                  <a:srgbClr val="2F5233"/>
                </a:solidFill>
                <a:latin typeface="NanumBarunGothic"/>
                <a:ea typeface="NanumBarunGothic"/>
              </a:rPr>
              <a:t>○</a:t>
            </a:r>
            <a:r>
              <a:rPr lang="ko-KR" sz="1800" dirty="0">
                <a:solidFill>
                  <a:srgbClr val="3A3A3A"/>
                </a:solidFill>
                <a:latin typeface="NanumBarunGothic"/>
                <a:ea typeface="NanumBarunGothic"/>
              </a:rPr>
              <a:t>아직 정하지 않기</a:t>
            </a:r>
          </a:p>
        </p:txBody>
      </p:sp>
      <p:sp>
        <p:nvSpPr>
          <p:cNvPr id="6" name="foot"/>
          <p:cNvSpPr txBox="1"/>
          <p:nvPr/>
        </p:nvSpPr>
        <p:spPr>
          <a:xfrm>
            <a:off x="700000" y="6100000"/>
            <a:ext cx="10792000" cy="5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ko-KR" sz="1400" dirty="0">
                <a:solidFill>
                  <a:srgbClr val="3A3A3A"/>
                </a:solidFill>
                <a:latin typeface="NanumBarunGothic"/>
                <a:ea typeface="NanumBarunGothic"/>
              </a:rPr>
              <a:t>보기만 하기도 참여입니다.</a:t>
            </a:r>
          </a:p>
        </p:txBody>
      </p:sp>
    </p:spTree>
  </p:cSld>
  <p:clrMapOvr>
    <a:overrideClrMapping bg1="lt1" tx1="dk1" bg2="lt2" tx2="dk2"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cene"/>
          <p:cNvSpPr txBox="1"/>
          <p:nvPr/>
        </p:nvSpPr>
        <p:spPr>
          <a:xfrm>
            <a:off x="700000" y="900000"/>
            <a:ext cx="10792000" cy="15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ko-KR" sz="2800" b="1" dirty="0">
                <a:solidFill>
                  <a:srgbClr val="2F5233"/>
                </a:solidFill>
                <a:latin typeface="NanumBarunGothic"/>
                <a:ea typeface="NanumBarunGothic"/>
              </a:rPr>
              <a:t>도윤이는 햇살을, 아빠는 비 뒤 잔디 냄새를 기억했어요.</a:t>
            </a:r>
            <a:r>
              <a:rPr lang="ko-KR" sz="2200" dirty="0">
                <a:solidFill>
                  <a:srgbClr val="3A3A3A"/>
                </a:solidFill>
                <a:latin typeface="NanumBarunGothic"/>
                <a:ea typeface="NanumBarunGothic"/>
              </a:rPr>
              <a:t>같은 날인데도요.</a:t>
            </a:r>
          </a:p>
        </p:txBody>
      </p:sp>
      <p:sp>
        <p:nvSpPr>
          <p:cNvPr id="3" name="anchor"/>
          <p:cNvSpPr txBox="1"/>
          <p:nvPr/>
        </p:nvSpPr>
        <p:spPr>
          <a:xfrm>
            <a:off x="1000000" y="2700000"/>
            <a:ext cx="10192000" cy="11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8FAE8B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ko-KR" sz="1800" b="1" dirty="0">
                <a:solidFill>
                  <a:srgbClr val="C9A227"/>
                </a:solidFill>
                <a:latin typeface="NanumBarunGothic"/>
                <a:ea typeface="NanumBarunGothic"/>
              </a:rPr>
              <a:t>서연이의 이름표를 본 도윤이: “우리 이름표를 두 개 쓰면 안 돼요?”</a:t>
            </a:r>
          </a:p>
        </p:txBody>
      </p:sp>
      <p:sp>
        <p:nvSpPr>
          <p:cNvPr id="4" name="q"/>
          <p:cNvSpPr txBox="1"/>
          <p:nvPr/>
        </p:nvSpPr>
        <p:spPr>
          <a:xfrm>
            <a:off x="700000" y="4100000"/>
            <a:ext cx="10792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ko-KR" sz="2400" b="1" dirty="0">
                <a:solidFill>
                  <a:srgbClr val="2F5233"/>
                </a:solidFill>
                <a:latin typeface="NanumBarunGothic"/>
                <a:ea typeface="NanumBarunGothic"/>
              </a:rPr>
              <a:t>그날의 골을 어떻게 기억할까요? (정답은 없습니다)</a:t>
            </a:r>
          </a:p>
        </p:txBody>
      </p:sp>
      <p:sp>
        <p:nvSpPr>
          <p:cNvPr id="5" name="cards"/>
          <p:cNvSpPr txBox="1"/>
          <p:nvPr/>
        </p:nvSpPr>
        <p:spPr>
          <a:xfrm>
            <a:off x="700000" y="5100000"/>
            <a:ext cx="10792000" cy="7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ko-KR" sz="1600" dirty="0">
                <a:solidFill>
                  <a:srgbClr val="3A3A3A"/>
                </a:solidFill>
                <a:latin typeface="NanumBarunGothic"/>
                <a:ea typeface="NanumBarunGothic"/>
              </a:rPr>
              <a:t>● 햇살로 기억하기    ■ 비 냄새로 기억하기    ○ 아직 정하지 않기</a:t>
            </a:r>
          </a:p>
        </p:txBody>
      </p:sp>
    </p:spTree>
  </p:cSld>
  <p:clrMapOvr>
    <a:overrideClrMapping bg1="lt1" tx1="dk1" bg2="lt2" tx2="dk2"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1"/>
          <p:cNvSpPr txBox="1"/>
          <p:nvPr/>
        </p:nvSpPr>
        <p:spPr>
          <a:xfrm>
            <a:off x="700000" y="900000"/>
            <a:ext cx="5300000" cy="1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ko-KR" sz="3200" b="1" dirty="0">
                <a:solidFill>
                  <a:srgbClr val="2F5233"/>
                </a:solidFill>
                <a:latin typeface="NanumBarunGothic"/>
                <a:ea typeface="NanumBarunGothic"/>
              </a:rPr>
              <a:t>“그날의 햇살”</a:t>
            </a:r>
            <a:r>
              <a:rPr lang="ko-KR" sz="1600" dirty="0">
                <a:solidFill>
                  <a:srgbClr val="3A3A3A"/>
                </a:solidFill>
                <a:latin typeface="NanumBarunGothic"/>
                <a:ea typeface="NanumBarunGothic"/>
              </a:rPr>
              <a:t>도윤이의 이름표</a:t>
            </a:r>
          </a:p>
        </p:txBody>
      </p:sp>
      <p:sp>
        <p:nvSpPr>
          <p:cNvPr id="3" name="t2"/>
          <p:cNvSpPr txBox="1"/>
          <p:nvPr/>
        </p:nvSpPr>
        <p:spPr>
          <a:xfrm>
            <a:off x="6200000" y="900000"/>
            <a:ext cx="5300000" cy="1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ko-KR" sz="3200" b="1" dirty="0">
                <a:solidFill>
                  <a:srgbClr val="2F5233"/>
                </a:solidFill>
                <a:latin typeface="NanumBarunGothic"/>
                <a:ea typeface="NanumBarunGothic"/>
              </a:rPr>
              <a:t>“비 뒤의 잔디 냄새”</a:t>
            </a:r>
            <a:r>
              <a:rPr lang="ko-KR" sz="1600" dirty="0">
                <a:solidFill>
                  <a:srgbClr val="3A3A3A"/>
                </a:solidFill>
                <a:latin typeface="NanumBarunGothic"/>
                <a:ea typeface="NanumBarunGothic"/>
              </a:rPr>
              <a:t>아빠의 이름표</a:t>
            </a:r>
          </a:p>
        </p:txBody>
      </p:sp>
      <p:sp>
        <p:nvSpPr>
          <p:cNvPr id="4" name="msg"/>
          <p:cNvSpPr txBox="1"/>
          <p:nvPr/>
        </p:nvSpPr>
        <p:spPr>
          <a:xfrm>
            <a:off x="700000" y="3000000"/>
            <a:ext cx="10792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ko-KR" sz="2800" b="1" dirty="0">
                <a:solidFill>
                  <a:srgbClr val="C9A227"/>
                </a:solidFill>
                <a:latin typeface="NanumBarunGothic"/>
                <a:ea typeface="NanumBarunGothic"/>
              </a:rPr>
              <a:t>같은 날이 두 개의 기억으로 살아 있어요.</a:t>
            </a:r>
          </a:p>
        </p:txBody>
      </p:sp>
      <p:sp>
        <p:nvSpPr>
          <p:cNvPr id="5" name="note"/>
          <p:cNvSpPr txBox="1"/>
          <p:nvPr/>
        </p:nvSpPr>
        <p:spPr>
          <a:xfrm>
            <a:off x="700000" y="4400000"/>
            <a:ext cx="1079200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ko-KR" sz="1600" dirty="0">
                <a:solidFill>
                  <a:srgbClr val="3A3A3A"/>
                </a:solidFill>
                <a:latin typeface="NanumBarunGothic"/>
                <a:ea typeface="NanumBarunGothic"/>
              </a:rPr>
              <a:t>수를 세지 않습니다. 서로 다른 선택이 함께 있다는 것만 봅니다.</a:t>
            </a:r>
          </a:p>
        </p:txBody>
      </p:sp>
    </p:spTree>
  </p:cSld>
  <p:clrMapOvr>
    <a:overrideClrMapping bg1="lt1" tx1="dk1" bg2="lt2" tx2="dk2"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cene"/>
          <p:cNvSpPr txBox="1"/>
          <p:nvPr/>
        </p:nvSpPr>
        <p:spPr>
          <a:xfrm>
            <a:off x="700000" y="900000"/>
            <a:ext cx="10792000" cy="1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ko-KR" sz="2800" b="1" dirty="0">
                <a:solidFill>
                  <a:srgbClr val="2F5233"/>
                </a:solidFill>
                <a:latin typeface="NanumBarunGothic"/>
                <a:ea typeface="NanumBarunGothic"/>
              </a:rPr>
              <a:t>폐막 삼십 분 전, 정원에는 세 가지 선택이 있었어요.</a:t>
            </a:r>
          </a:p>
        </p:txBody>
      </p:sp>
      <p:sp>
        <p:nvSpPr>
          <p:cNvPr id="3" name="three"/>
          <p:cNvSpPr txBox="1"/>
          <p:nvPr/>
        </p:nvSpPr>
        <p:spPr>
          <a:xfrm>
            <a:off x="700000" y="2300000"/>
            <a:ext cx="10792000" cy="7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ko-KR" sz="2400" b="1" dirty="0">
                <a:solidFill>
                  <a:srgbClr val="C9A227"/>
                </a:solidFill>
                <a:latin typeface="NanumBarunGothic"/>
                <a:ea typeface="NanumBarunGothic"/>
              </a:rPr>
              <a:t>남기기  ·  가져가기  ·  심지 않기</a:t>
            </a:r>
          </a:p>
        </p:txBody>
      </p:sp>
      <p:sp>
        <p:nvSpPr>
          <p:cNvPr id="4" name="anchor"/>
          <p:cNvSpPr txBox="1"/>
          <p:nvPr/>
        </p:nvSpPr>
        <p:spPr>
          <a:xfrm>
            <a:off x="1000000" y="3200000"/>
            <a:ext cx="10192000" cy="11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8FAE8B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ko-KR" sz="1800" dirty="0">
                <a:solidFill>
                  <a:srgbClr val="3A3A3A"/>
                </a:solidFill>
                <a:latin typeface="NanumBarunGothic"/>
                <a:ea typeface="NanumBarunGothic"/>
              </a:rPr>
              <a:t>두 이름표 덕분에, 도윤이는 남기고 아빠는 가져가기로 했어요.</a:t>
            </a:r>
            <a:r>
              <a:rPr lang="ko-KR" sz="1800" b="1" dirty="0">
                <a:solidFill>
                  <a:srgbClr val="C9A227"/>
                </a:solidFill>
                <a:latin typeface="NanumBarunGothic"/>
                <a:ea typeface="NanumBarunGothic"/>
              </a:rPr>
              <a:t>각자 자기 기억을 정했어요.</a:t>
            </a:r>
          </a:p>
        </p:txBody>
      </p:sp>
      <p:sp>
        <p:nvSpPr>
          <p:cNvPr id="5" name="q"/>
          <p:cNvSpPr txBox="1"/>
          <p:nvPr/>
        </p:nvSpPr>
        <p:spPr>
          <a:xfrm>
            <a:off x="700000" y="4400000"/>
            <a:ext cx="1079200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ko-KR" sz="2200" b="1" dirty="0">
                <a:solidFill>
                  <a:srgbClr val="2F5233"/>
                </a:solidFill>
                <a:latin typeface="NanumBarunGothic"/>
                <a:ea typeface="NanumBarunGothic"/>
              </a:rPr>
              <a:t>방명록에 남긴다면 무엇을 적을까요? (정답은 없습니다)</a:t>
            </a:r>
          </a:p>
        </p:txBody>
      </p:sp>
    </p:spTree>
  </p:cSld>
  <p:clrMapOvr>
    <a:overrideClrMapping bg1="lt1" tx1="dk1" bg2="lt2" tx2="dk2"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msg"/>
          <p:cNvSpPr txBox="1"/>
          <p:nvPr/>
        </p:nvSpPr>
        <p:spPr>
          <a:xfrm>
            <a:off x="700000" y="1000000"/>
            <a:ext cx="10792000" cy="1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ko-KR" sz="3200" b="1" dirty="0">
                <a:solidFill>
                  <a:srgbClr val="2F5233"/>
                </a:solidFill>
                <a:latin typeface="NanumBarunGothic"/>
                <a:ea typeface="NanumBarunGothic"/>
              </a:rPr>
              <a:t>기억을 지키는 방법은 하나가 아녜요.</a:t>
            </a:r>
            <a:r>
              <a:rPr lang="ko-KR" sz="2400" dirty="0">
                <a:solidFill>
                  <a:srgbClr val="3A3A3A"/>
                </a:solidFill>
                <a:latin typeface="NanumBarunGothic"/>
                <a:ea typeface="NanumBarunGothic"/>
              </a:rPr>
              <a:t>다른 사람의 선택도 함께 있어요.</a:t>
            </a:r>
          </a:p>
        </p:txBody>
      </p:sp>
      <p:sp>
        <p:nvSpPr>
          <p:cNvPr id="3" name="g1"/>
          <p:cNvSpPr txBox="1"/>
          <p:nvPr/>
        </p:nvSpPr>
        <p:spPr>
          <a:xfrm>
            <a:off x="1000000" y="2700000"/>
            <a:ext cx="10192000" cy="8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8FAE8B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ko-KR" sz="1800" b="1" dirty="0">
                <a:solidFill>
                  <a:srgbClr val="C9A227"/>
                </a:solidFill>
                <a:latin typeface="NanumBarunGothic"/>
                <a:ea typeface="NanumBarunGothic"/>
              </a:rPr>
              <a:t>“할머니와 봄에 다시 오기로 했습니다.” — 서연이</a:t>
            </a:r>
          </a:p>
        </p:txBody>
      </p:sp>
      <p:sp>
        <p:nvSpPr>
          <p:cNvPr id="4" name="g2"/>
          <p:cNvSpPr txBox="1"/>
          <p:nvPr/>
        </p:nvSpPr>
        <p:spPr>
          <a:xfrm>
            <a:off x="1000000" y="3600000"/>
            <a:ext cx="10192000" cy="8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8FAE8B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ko-KR" sz="1800" b="1" dirty="0">
                <a:solidFill>
                  <a:srgbClr val="C9A227"/>
                </a:solidFill>
                <a:latin typeface="NanumBarunGothic"/>
                <a:ea typeface="NanumBarunGothic"/>
              </a:rPr>
              <a:t>“봄에 새 공 받아서 아빠랑 축구하기.” — 도윤이</a:t>
            </a:r>
          </a:p>
        </p:txBody>
      </p:sp>
      <p:sp>
        <p:nvSpPr>
          <p:cNvPr id="5" name="open"/>
          <p:cNvSpPr txBox="1"/>
          <p:nvPr/>
        </p:nvSpPr>
        <p:spPr>
          <a:xfrm>
            <a:off x="700000" y="4700000"/>
            <a:ext cx="1079200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ko-KR" sz="1800" dirty="0">
                <a:solidFill>
                  <a:srgbClr val="3A3A3A"/>
                </a:solidFill>
                <a:latin typeface="NanumBarunGothic"/>
                <a:ea typeface="NanumBarunGothic"/>
              </a:rPr>
              <a:t>봄에 어떤 약속이 이어질지는, 읽는 사람의 몫으로 남아 있습니다.</a:t>
            </a:r>
          </a:p>
        </p:txBody>
      </p:sp>
    </p:spTree>
  </p:cSld>
  <p:clrMapOvr>
    <a:overrideClrMapping bg1="lt1" tx1="dk1" bg2="lt2" tx2="dk2"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end"/>
          <p:cNvSpPr txBox="1"/>
          <p:nvPr/>
        </p:nvSpPr>
        <p:spPr>
          <a:xfrm>
            <a:off x="800000" y="2000000"/>
            <a:ext cx="10592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ko-KR" sz="4800" b="1" dirty="0">
                <a:solidFill>
                  <a:srgbClr val="2F5233"/>
                </a:solidFill>
                <a:latin typeface="NanumBarunGothic"/>
                <a:ea typeface="NanumBarunGothic"/>
              </a:rPr>
              <a:t>같은 것, 다른 기억</a:t>
            </a:r>
          </a:p>
        </p:txBody>
      </p:sp>
      <p:sp>
        <p:nvSpPr>
          <p:cNvPr id="3" name="notice"/>
          <p:cNvSpPr txBox="1"/>
          <p:nvPr/>
        </p:nvSpPr>
        <p:spPr>
          <a:xfrm>
            <a:off x="800000" y="3500000"/>
            <a:ext cx="1059200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ko-KR" sz="1400" dirty="0">
                <a:solidFill>
                  <a:srgbClr val="3A3A3A"/>
                </a:solidFill>
                <a:latin typeface="NanumBarunGothic"/>
                <a:ea typeface="NanumBarunGothic"/>
              </a:rPr>
              <a:t>※ 본 프로그램은 허구로 구성된 전시 세계의 이야기입니다. (실제 인물·단체와 무관)</a:t>
            </a:r>
          </a:p>
        </p:txBody>
      </p:sp>
    </p:spTree>
  </p:cSld>
  <p:clrMapOvr>
    <a:overrideClrMapping bg1="lt1" tx1="dk1" bg2="lt2" tx2="dk2"/>
  </p:clrMapOvr>
</p:sld>
</file>

<file path=ppt/theme/theme1.xml><?xml version="1.0" encoding="utf-8"?>
<a:theme xmlns:a="http://schemas.openxmlformats.org/drawingml/2006/main" xmlns:r="http://schemas.openxmlformats.org/officeDocument/2006/relationships" name="기억의 정원">
  <a:themeElements>
    <a:clrScheme name="기억의 정원">
      <a:dk1>
        <a:srgbClr val="2F5233"/>
      </a:dk1>
      <a:lt1>
        <a:srgbClr val="F7F3E8"/>
      </a:lt1>
      <a:dk2>
        <a:srgbClr val="3A3A3A"/>
      </a:dk2>
      <a:lt2>
        <a:srgbClr val="FFFFFF"/>
      </a:lt2>
      <a:accent1>
        <a:srgbClr val="8FAE8B"/>
      </a:accent1>
      <a:accent2>
        <a:srgbClr val="C9A227"/>
      </a:accent2>
      <a:accent3>
        <a:srgbClr val="8FAE8B"/>
      </a:accent3>
      <a:accent4>
        <a:srgbClr val="C9A227"/>
      </a:accent4>
      <a:accent5>
        <a:srgbClr val="8FAE8B"/>
      </a:accent5>
      <a:accent6>
        <a:srgbClr val="C9A227"/>
      </a:accent6>
      <a:hlink>
        <a:srgbClr val="2F5233"/>
      </a:hlink>
      <a:folHlink>
        <a:srgbClr val="3A3A3A"/>
      </a:folHlink>
    </a:clrScheme>
    <a:fontScheme name="기억의 정원">
      <a:majorFont>
        <a:latin typeface="NanumSquareRound"/>
        <a:ea typeface="NanumSquareRound"/>
      </a:majorFont>
      <a:minorFont>
        <a:latin typeface="NanumBarunGothic"/>
        <a:ea typeface="NanumBarunGothic"/>
      </a:minorFont>
    </a:fontScheme>
    <a:fmtScheme name="기억의 정원">
      <a:fillStyleLst>
        <a:solidFill>
          <a:schemeClr val="phClr"/>
        </a:solidFill>
      </a:fillStyleLst>
      <a:lnStyleLst>
        <a:ln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Python OOXML builder</Application>
  <Slides>8</Slides>
</Properties>
</file>

<file path=docProps/core.xml><?xml version="1.0" encoding="utf-8"?>
<cp:coreProperties xmlns:cp="http://schemas.openxmlformats.org/package/2006/metadata/core-properties" xmlns:dc="http://purl.org/dc/elements/1.1/">
  <dc:title>기억의 정원 이야기 시간</dc:title>
  <dc:creator>exhibit-editor</dc:creator>
  <cp:lastModifiedBy>exhibit-editor</cp:lastModifiedBy>
</cp:coreProperties>
</file>